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6" r:id="rId13"/>
    <p:sldId id="347" r:id="rId14"/>
    <p:sldId id="345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878" y="21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ksya-tomar/Seasonal_Agriculture_Performance_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363" y="3579756"/>
            <a:ext cx="5750197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   Lakshya Tomar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Meerut Institute of Engineering and Technology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10558596" cy="743448"/>
          </a:xfrm>
        </p:spPr>
        <p:txBody>
          <a:bodyPr>
            <a:normAutofit fontScale="90000"/>
          </a:bodyPr>
          <a:lstStyle/>
          <a:p>
            <a:r>
              <a:rPr lang="en-GB" sz="3200" b="1" i="1" dirty="0"/>
              <a:t>Project Title - </a:t>
            </a:r>
            <a:r>
              <a:rPr lang="en-IN" sz="3200" b="1" i="1" dirty="0"/>
              <a:t>Seasonal Agriculture Performance Analysis 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5" y="4576469"/>
            <a:ext cx="3400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STU6799c50c509cd1738130700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380576"/>
            <a:ext cx="8856758" cy="424747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Agricultural activities are influenced by seasonal variations in environmental conditions, farming practices, resource availability and market conditions. </a:t>
            </a:r>
          </a:p>
          <a:p>
            <a:pPr>
              <a:lnSpc>
                <a:spcPct val="100000"/>
              </a:lnSpc>
            </a:pPr>
            <a:r>
              <a:rPr lang="en-IN" dirty="0"/>
              <a:t>As a result, agricultural performance may differ from one season to another. </a:t>
            </a:r>
          </a:p>
          <a:p>
            <a:pPr>
              <a:lnSpc>
                <a:spcPct val="100000"/>
              </a:lnSpc>
            </a:pPr>
            <a:r>
              <a:rPr lang="en-IN" dirty="0"/>
              <a:t>However, raw agricultural data does not clearly explain how agricultural performance changes across seasons or what patterns can be observed in different seasonal conditions. </a:t>
            </a:r>
          </a:p>
          <a:p>
            <a:pPr>
              <a:lnSpc>
                <a:spcPct val="100000"/>
              </a:lnSpc>
            </a:pPr>
            <a:r>
              <a:rPr lang="en-IN" dirty="0"/>
              <a:t>The problem is to </a:t>
            </a:r>
            <a:r>
              <a:rPr lang="en-IN" dirty="0" err="1"/>
              <a:t>analyze</a:t>
            </a:r>
            <a:r>
              <a:rPr lang="en-IN" dirty="0"/>
              <a:t> the given agricultural dataset and investigate seasonal differences in agricultural performance by identifying meaningful patterns, trends, relationships and variations within the available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445" y="490408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1977CE-B7C6-9DF2-1FF9-F02878E5A853}"/>
              </a:ext>
            </a:extLst>
          </p:cNvPr>
          <p:cNvSpPr txBox="1"/>
          <p:nvPr/>
        </p:nvSpPr>
        <p:spPr>
          <a:xfrm>
            <a:off x="675957" y="1767633"/>
            <a:ext cx="90786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-&gt;The project uses a farm-level dataset of 4,000 records across 28 different attributes- covering crops, locations, environmental factors(rainfall, temperature, humidity), farming practices and resource usage – to uncover </a:t>
            </a:r>
            <a:r>
              <a:rPr lang="en-IN" sz="2400" dirty="0" err="1"/>
              <a:t>seasonalpatterns</a:t>
            </a:r>
            <a:r>
              <a:rPr lang="en-IN" sz="2400" dirty="0"/>
              <a:t> and relationship through statistical and visual analysis in python.</a:t>
            </a:r>
          </a:p>
          <a:p>
            <a:endParaRPr lang="en-IN" sz="2400" dirty="0"/>
          </a:p>
          <a:p>
            <a:r>
              <a:rPr lang="en-IN" sz="2400" dirty="0"/>
              <a:t>-&gt;A Data analytics project studying how agriculture performance (yield, profit, water, efficiency) varies across seasons.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433988"/>
            <a:ext cx="9215121" cy="49363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3600" dirty="0"/>
              <a:t>-&gt;</a:t>
            </a:r>
            <a:r>
              <a:rPr lang="en-IN" sz="2400" dirty="0"/>
              <a:t>Farmers and agriculture planners – to decide crop and season selection based on data-backed insights.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-&gt;Agriculture policy makers/government bodies- for resources allocation and seasonal planning.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-&gt;Agri-tech companies and researchers- for further predictive modelling.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88" y="60229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IN" sz="2400" dirty="0"/>
              <a:t>Language: python.</a:t>
            </a:r>
          </a:p>
          <a:p>
            <a:pPr lvl="1">
              <a:lnSpc>
                <a:spcPct val="150000"/>
              </a:lnSpc>
            </a:pPr>
            <a:r>
              <a:rPr lang="en-IN" sz="2400" dirty="0"/>
              <a:t>Libraries: Pandas, NumPy.</a:t>
            </a:r>
          </a:p>
          <a:p>
            <a:pPr lvl="1">
              <a:lnSpc>
                <a:spcPct val="150000"/>
              </a:lnSpc>
            </a:pPr>
            <a:r>
              <a:rPr lang="en-IN" sz="2400" dirty="0"/>
              <a:t>Visualization: Matplotlib, Seaborn.</a:t>
            </a:r>
          </a:p>
          <a:p>
            <a:pPr lvl="1">
              <a:lnSpc>
                <a:spcPct val="150000"/>
              </a:lnSpc>
            </a:pPr>
            <a:r>
              <a:rPr lang="en-IN" sz="2400" dirty="0"/>
              <a:t>Environment: google collab.</a:t>
            </a:r>
          </a:p>
          <a:p>
            <a:pPr lvl="1">
              <a:lnSpc>
                <a:spcPct val="150000"/>
              </a:lnSpc>
            </a:pPr>
            <a:r>
              <a:rPr lang="en-IN" sz="2400" dirty="0"/>
              <a:t>Techniques: Missing value treatment(median), outlier detection(IQR method).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544DFA-3EE5-179C-4931-C10A17EFE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684" y="2015234"/>
            <a:ext cx="6934801" cy="44276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A7CBF2-DF1E-6BB1-6827-EBF2BB1C9805}"/>
              </a:ext>
            </a:extLst>
          </p:cNvPr>
          <p:cNvSpPr txBox="1"/>
          <p:nvPr/>
        </p:nvSpPr>
        <p:spPr>
          <a:xfrm>
            <a:off x="675957" y="1201586"/>
            <a:ext cx="4555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How much Yield produce in </a:t>
            </a:r>
            <a:r>
              <a:rPr lang="en-IN" dirty="0" err="1"/>
              <a:t>avg</a:t>
            </a:r>
            <a:r>
              <a:rPr lang="en-IN" dirty="0"/>
              <a:t> Season.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201586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Profit generate by Season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A97DDA-17F8-B1FA-8D2E-82D3DB6E1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941" y="2065535"/>
            <a:ext cx="8037704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233285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Temp vs Yield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F00A8B-E0DE-D27E-55BA-0EF4C3351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02" y="3321697"/>
            <a:ext cx="7400702" cy="33270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24E4D4-946A-6230-840F-23A43150E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502" y="1573369"/>
            <a:ext cx="7400702" cy="173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9441" y="127358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Rainfall vs Agriculture Yield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495B23-B3B7-318D-E9AA-E2F408B5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832270"/>
            <a:ext cx="9624894" cy="455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904F-1FD9-2F0D-7270-E9F24BCAE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2FC350-06D0-ED58-E440-102B66D475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A241D31-B582-B80F-3889-67B758A6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ECBFBE2-DF6A-E65B-68B6-1B373719C0B7}"/>
              </a:ext>
            </a:extLst>
          </p:cNvPr>
          <p:cNvSpPr txBox="1">
            <a:spLocks/>
          </p:cNvSpPr>
          <p:nvPr/>
        </p:nvSpPr>
        <p:spPr>
          <a:xfrm>
            <a:off x="675957" y="1258932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dirty="0"/>
              <a:t>Irrigation Method 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5153EB5-2C9B-EE4E-0D25-40B39D51E87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299505-9A00-27DD-E616-3697E28DE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924" y="1861670"/>
            <a:ext cx="7757832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8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180380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Soil pH vs Soil Moisture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D72F6D-E454-BA19-6538-0A0959211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787679"/>
            <a:ext cx="8813483" cy="507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0"/>
            <a:ext cx="9757738" cy="4322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1599E7-3B85-05D4-2ACF-C6AA7B2AAA13}"/>
              </a:ext>
            </a:extLst>
          </p:cNvPr>
          <p:cNvSpPr txBox="1"/>
          <p:nvPr/>
        </p:nvSpPr>
        <p:spPr>
          <a:xfrm>
            <a:off x="785331" y="1321781"/>
            <a:ext cx="88290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Build predictive ML models to forecast yield and profit.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Add soil type, fertilizer type, and market price data for deeper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Extend dataset across multiple years for long-term trend forecasting.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Create an interactive dashboard (Power BI/</a:t>
            </a:r>
            <a:r>
              <a:rPr lang="en-IN" sz="2400" dirty="0" err="1"/>
              <a:t>Streamlit</a:t>
            </a:r>
            <a:r>
              <a:rPr lang="en-IN" sz="2400" dirty="0"/>
              <a:t>) for farmers to use directly.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Integrate live weather API data for real-time seasonal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https://github.com/laksya-tomar/Seasonal_Agriculture_Performance_Analysis.git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978AD6-7043-B08C-5CD1-14F4BC01C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386366"/>
            <a:ext cx="8941641" cy="518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1494</TotalTime>
  <Words>399</Words>
  <Application>Microsoft Office PowerPoint</Application>
  <PresentationFormat>Widescreen</PresentationFormat>
  <Paragraphs>48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 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Lakshya Tomar</cp:lastModifiedBy>
  <cp:revision>99</cp:revision>
  <dcterms:created xsi:type="dcterms:W3CDTF">2021-07-11T13:13:15Z</dcterms:created>
  <dcterms:modified xsi:type="dcterms:W3CDTF">2026-09-15T17:19:43Z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